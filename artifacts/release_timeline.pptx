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271D8-6539-4EB0-A25C-1B7D13FE909C}" type="datetimeFigureOut"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EF744-0942-4046-9026-C7A89B737C3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5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6E93E-AA4D-04A3-5F9F-5FBC01189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FE6F6-D8E6-9BAC-DF0D-1343C9615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E8407-06C2-B2AC-E5E9-7821E8255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7403-03E0-4D0F-839A-15E397C8F9B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46B24-C047-49A1-A790-B3A83790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591C9-5889-B38B-6192-5C8A9900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EA46-C043-4682-97B3-93EB70B2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86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64CD2-C0FB-3832-0F0B-4CED6690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AFE5B-CFB6-284A-81AE-CB0CA1F5B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69B7A-CBE2-B1B9-87F3-AC4FE6877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7403-03E0-4D0F-839A-15E397C8F9B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AAFD6-AD54-3071-67F5-96681CED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ACF10-A734-E45C-B2F4-F14A827B9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EA46-C043-4682-97B3-93EB70B2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96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C8E2-9226-454D-CE9A-E97BCC2C6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8AB60-3A5B-041B-B448-6AECD1BD5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28CFD-92A0-AF7E-2FE6-62520D0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7403-03E0-4D0F-839A-15E397C8F9B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F75C1-2A6A-0639-E4FA-445051BB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CBD87-FB94-54F3-6394-268A2227E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EA46-C043-4682-97B3-93EB70B2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5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EC24-4983-70AB-1999-DA60625B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1CAEA-D512-F7F0-B9A9-25D1C1A50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EE951-1A02-D63C-0197-5334D017D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CB7AA-6E6F-00E9-B261-91FEFF2B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7403-03E0-4D0F-839A-15E397C8F9B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D4330-E4A9-3C29-F075-4D428B2A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597D3-D161-40BE-B742-E5C513CF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EA46-C043-4682-97B3-93EB70B2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47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1C03-CB87-8835-8A10-3BBDD84FA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BD543-9DBB-B93B-5FD6-61EE2EEA1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A9138-2271-D7F7-5D33-3BC81378E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B3D098-0DBD-218A-858C-9E011849D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43A7E-6054-97C6-F03F-22F1B2395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BAB240-1156-1BDE-C0C4-3901C4E3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7403-03E0-4D0F-839A-15E397C8F9B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EBD83-A600-9B3D-4724-BB46FD81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3BD015-E683-3AB9-74DB-18E6E00C9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EA46-C043-4682-97B3-93EB70B2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1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FCC3B-9BD3-2555-CDF4-7D374EACC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2B55E-EC64-8E36-A129-FE0A14E1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7403-03E0-4D0F-839A-15E397C8F9B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F480A-C174-A32F-3024-CA9E4E249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CB5C-A6BC-702A-E7EF-31692E35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EA46-C043-4682-97B3-93EB70B2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74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AA9A9-1B85-CE2D-1FF3-08FA1856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7403-03E0-4D0F-839A-15E397C8F9B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7579C-CF38-9FC2-8620-6D33DD8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27F2C-8E6F-5848-C8C2-7117397D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EA46-C043-4682-97B3-93EB70B2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86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08FB-7CDD-34E0-2F93-CBC83300E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0E697-06C7-88C1-1B71-413267F8F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69980-2510-5571-BC41-23DB0951D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ECD94-643D-7CA6-8637-2DF9D46C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7403-03E0-4D0F-839A-15E397C8F9B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B408A-D645-9520-0755-1BDFC65C6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6F3AC-7100-0766-C31E-0F24256E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EA46-C043-4682-97B3-93EB70B2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0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2377D-8941-624F-A016-2A40584E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08B4B6-A3DA-727A-834F-232FAE3C7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4773A-A306-CAFD-09C8-E4A9B6CCB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4D53D-D990-C8FF-EB42-0EFA543F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7403-03E0-4D0F-839A-15E397C8F9B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BEE9E-62AB-00FC-6AC3-58F4C31C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FD1E8-9FDD-19EA-4A8B-38D4824A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EA46-C043-4682-97B3-93EB70B2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12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28F5-5461-89F6-A50E-4DE1F9723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33CE7-CD4B-4434-B35D-0A698713A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9A0A7-87BB-7DCA-3433-8ECD6C4D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7403-03E0-4D0F-839A-15E397C8F9B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76A50-CF50-9D54-DA68-9BEC08BE3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7FC43-5D9F-A9B7-E892-5C6B2160E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EA46-C043-4682-97B3-93EB70B2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6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C9F3E-316A-FBE4-F39E-36D776E5F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65026-4A7E-E506-E384-BEBCE01F2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D958D-F6BA-5856-F659-5CEB2AFB2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17403-03E0-4D0F-839A-15E397C8F9B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57C0D-12BF-0941-4BD6-6AF6E5179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A7BF4-4C4E-4D36-037E-5C114D401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BEA46-C043-4682-97B3-93EB70B2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3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06500E-E1B9-B81F-C704-36D126ED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56269-1321-90C3-BB63-11AEB847E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0937-F641-EDB0-85D3-767A113F55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17403-03E0-4D0F-839A-15E397C8F9B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D1C18-081B-F9DE-053A-19363696B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74670-B6C5-0AAB-44D1-E25A52445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FBEA46-C043-4682-97B3-93EB70B26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87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43A76A-18B1-A866-EA13-D166B39E2715}"/>
              </a:ext>
            </a:extLst>
          </p:cNvPr>
          <p:cNvCxnSpPr>
            <a:cxnSpLocks/>
          </p:cNvCxnSpPr>
          <p:nvPr/>
        </p:nvCxnSpPr>
        <p:spPr>
          <a:xfrm>
            <a:off x="628650" y="3289299"/>
            <a:ext cx="10934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E7A09275-38F8-3771-C001-30E1E0D81436}"/>
              </a:ext>
            </a:extLst>
          </p:cNvPr>
          <p:cNvSpPr/>
          <p:nvPr/>
        </p:nvSpPr>
        <p:spPr>
          <a:xfrm>
            <a:off x="617401" y="3163026"/>
            <a:ext cx="252549" cy="2525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E9F796-7FC2-5F82-0489-DBA98051D72C}"/>
              </a:ext>
            </a:extLst>
          </p:cNvPr>
          <p:cNvSpPr/>
          <p:nvPr/>
        </p:nvSpPr>
        <p:spPr>
          <a:xfrm>
            <a:off x="722812" y="3391262"/>
            <a:ext cx="45719" cy="32316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5FEE3-EE64-124D-5227-D6EEA920C23C}"/>
              </a:ext>
            </a:extLst>
          </p:cNvPr>
          <p:cNvSpPr txBox="1"/>
          <p:nvPr/>
        </p:nvSpPr>
        <p:spPr>
          <a:xfrm>
            <a:off x="768530" y="3518263"/>
            <a:ext cx="267011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Thoughts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Tabular Analysis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Multi-GPT Endpoint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Support for Foundry Models*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Conversation Export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Message Export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Agent/Action Improvements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Conversation Summaries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Improved Performance with Background Threading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Chat Background Run 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Chat Notification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Chat Tutorial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Workspace Tutorial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Feedback Submission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Notification Registration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Improved Deployment Workflow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03AD67-D106-E92D-142C-61A164ED8CF0}"/>
              </a:ext>
            </a:extLst>
          </p:cNvPr>
          <p:cNvSpPr/>
          <p:nvPr/>
        </p:nvSpPr>
        <p:spPr>
          <a:xfrm>
            <a:off x="3346615" y="3163026"/>
            <a:ext cx="252549" cy="2525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5662C6-8FBD-5384-8599-D06D62EA70B9}"/>
              </a:ext>
            </a:extLst>
          </p:cNvPr>
          <p:cNvSpPr/>
          <p:nvPr/>
        </p:nvSpPr>
        <p:spPr>
          <a:xfrm>
            <a:off x="3432976" y="3289300"/>
            <a:ext cx="45719" cy="2997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BC5479-5A0B-433E-B8BB-27E14766A20B}"/>
              </a:ext>
            </a:extLst>
          </p:cNvPr>
          <p:cNvSpPr txBox="1"/>
          <p:nvPr/>
        </p:nvSpPr>
        <p:spPr>
          <a:xfrm>
            <a:off x="3478694" y="5624699"/>
            <a:ext cx="2108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Search API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Document Compare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1 to 1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1 to Many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C44F16-8869-50F0-F0D3-B7AEB62E7F47}"/>
              </a:ext>
            </a:extLst>
          </p:cNvPr>
          <p:cNvSpPr txBox="1"/>
          <p:nvPr/>
        </p:nvSpPr>
        <p:spPr>
          <a:xfrm rot="20255943">
            <a:off x="935420" y="2606667"/>
            <a:ext cx="1022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April 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6CE85D-4634-7E5D-389F-73BF4203E651}"/>
              </a:ext>
            </a:extLst>
          </p:cNvPr>
          <p:cNvSpPr txBox="1"/>
          <p:nvPr/>
        </p:nvSpPr>
        <p:spPr>
          <a:xfrm rot="20255943">
            <a:off x="3308873" y="2606666"/>
            <a:ext cx="1022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April 16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4FB0C2-5110-C8EC-BA11-0EA874DBF750}"/>
              </a:ext>
            </a:extLst>
          </p:cNvPr>
          <p:cNvSpPr/>
          <p:nvPr/>
        </p:nvSpPr>
        <p:spPr>
          <a:xfrm>
            <a:off x="4037034" y="3163026"/>
            <a:ext cx="252549" cy="2525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B9390A-36CE-6A06-33DA-E37B24892497}"/>
              </a:ext>
            </a:extLst>
          </p:cNvPr>
          <p:cNvSpPr/>
          <p:nvPr/>
        </p:nvSpPr>
        <p:spPr>
          <a:xfrm>
            <a:off x="4152248" y="3304209"/>
            <a:ext cx="45719" cy="20898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7EF940-21F0-1018-D899-C517B70ACF05}"/>
              </a:ext>
            </a:extLst>
          </p:cNvPr>
          <p:cNvSpPr txBox="1"/>
          <p:nvPr/>
        </p:nvSpPr>
        <p:spPr>
          <a:xfrm>
            <a:off x="4186893" y="4732436"/>
            <a:ext cx="1849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Assigned Knowledge for Agents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0EE536-5CAF-46DF-9EAE-04A1688BF8C7}"/>
              </a:ext>
            </a:extLst>
          </p:cNvPr>
          <p:cNvSpPr txBox="1"/>
          <p:nvPr/>
        </p:nvSpPr>
        <p:spPr>
          <a:xfrm rot="20255943">
            <a:off x="3999292" y="2621959"/>
            <a:ext cx="1022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April 23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4B33E76-8414-D97F-D829-B0E886624E21}"/>
              </a:ext>
            </a:extLst>
          </p:cNvPr>
          <p:cNvSpPr/>
          <p:nvPr/>
        </p:nvSpPr>
        <p:spPr>
          <a:xfrm>
            <a:off x="4719300" y="3163026"/>
            <a:ext cx="252549" cy="2525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0B2581-824C-2687-E56F-2ED8420D850F}"/>
              </a:ext>
            </a:extLst>
          </p:cNvPr>
          <p:cNvSpPr/>
          <p:nvPr/>
        </p:nvSpPr>
        <p:spPr>
          <a:xfrm>
            <a:off x="4812011" y="3278319"/>
            <a:ext cx="45719" cy="10691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81FEC4-7366-8787-F668-1FCF6034E2C5}"/>
              </a:ext>
            </a:extLst>
          </p:cNvPr>
          <p:cNvSpPr txBox="1"/>
          <p:nvPr/>
        </p:nvSpPr>
        <p:spPr>
          <a:xfrm>
            <a:off x="4857729" y="3685850"/>
            <a:ext cx="1969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More Tutorials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Copilot Integration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Teams App Integration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40B5AD-5663-30A9-62A4-2501F7F82DC2}"/>
              </a:ext>
            </a:extLst>
          </p:cNvPr>
          <p:cNvSpPr txBox="1"/>
          <p:nvPr/>
        </p:nvSpPr>
        <p:spPr>
          <a:xfrm rot="20255943">
            <a:off x="4681558" y="2591373"/>
            <a:ext cx="1022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April 30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F932CD-652C-8414-20DA-32C1B00D8C94}"/>
              </a:ext>
            </a:extLst>
          </p:cNvPr>
          <p:cNvSpPr/>
          <p:nvPr/>
        </p:nvSpPr>
        <p:spPr>
          <a:xfrm>
            <a:off x="6897573" y="3163026"/>
            <a:ext cx="252549" cy="2525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F05734-233A-99D6-8204-248A4D4AB0B0}"/>
              </a:ext>
            </a:extLst>
          </p:cNvPr>
          <p:cNvSpPr/>
          <p:nvPr/>
        </p:nvSpPr>
        <p:spPr>
          <a:xfrm>
            <a:off x="6996634" y="3278319"/>
            <a:ext cx="45719" cy="30080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F3160F-8669-9145-D8B2-86FA725971F9}"/>
              </a:ext>
            </a:extLst>
          </p:cNvPr>
          <p:cNvSpPr txBox="1"/>
          <p:nvPr/>
        </p:nvSpPr>
        <p:spPr>
          <a:xfrm>
            <a:off x="7042352" y="5624698"/>
            <a:ext cx="2108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Google Workspace Sync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File Share Sync to Workspaces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SMB Share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NFS Share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Auto Tagging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E80073-11C9-8BD9-169F-8D811FC5975D}"/>
              </a:ext>
            </a:extLst>
          </p:cNvPr>
          <p:cNvSpPr txBox="1"/>
          <p:nvPr/>
        </p:nvSpPr>
        <p:spPr>
          <a:xfrm rot="20255943">
            <a:off x="6859831" y="2606665"/>
            <a:ext cx="1022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May 14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CC98772-3CDE-BCBD-71A3-641CBCC978BC}"/>
              </a:ext>
            </a:extLst>
          </p:cNvPr>
          <p:cNvSpPr/>
          <p:nvPr/>
        </p:nvSpPr>
        <p:spPr>
          <a:xfrm>
            <a:off x="7556242" y="3163026"/>
            <a:ext cx="252549" cy="2525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262AF-7500-7C70-4877-35F2B198A325}"/>
              </a:ext>
            </a:extLst>
          </p:cNvPr>
          <p:cNvSpPr/>
          <p:nvPr/>
        </p:nvSpPr>
        <p:spPr>
          <a:xfrm>
            <a:off x="7655581" y="3278319"/>
            <a:ext cx="45719" cy="21157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C30385-221A-9623-0C4F-B7D0764CAFCB}"/>
              </a:ext>
            </a:extLst>
          </p:cNvPr>
          <p:cNvSpPr txBox="1"/>
          <p:nvPr/>
        </p:nvSpPr>
        <p:spPr>
          <a:xfrm>
            <a:off x="7668001" y="4732435"/>
            <a:ext cx="2047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Workflows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Summarize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Criteria Review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EC3DA3-AC3B-70E5-9B5C-144AFCC237B2}"/>
              </a:ext>
            </a:extLst>
          </p:cNvPr>
          <p:cNvSpPr txBox="1"/>
          <p:nvPr/>
        </p:nvSpPr>
        <p:spPr>
          <a:xfrm rot="20255943">
            <a:off x="7518500" y="2621958"/>
            <a:ext cx="1022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May 21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503CDE9-84FE-75B3-457D-73CCD7CF808B}"/>
              </a:ext>
            </a:extLst>
          </p:cNvPr>
          <p:cNvSpPr/>
          <p:nvPr/>
        </p:nvSpPr>
        <p:spPr>
          <a:xfrm>
            <a:off x="8200408" y="3163026"/>
            <a:ext cx="252549" cy="2525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27882BA-CC91-FA51-E220-200568FC4DF8}"/>
              </a:ext>
            </a:extLst>
          </p:cNvPr>
          <p:cNvSpPr/>
          <p:nvPr/>
        </p:nvSpPr>
        <p:spPr>
          <a:xfrm>
            <a:off x="8299469" y="3289298"/>
            <a:ext cx="45719" cy="10581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EE4BEC-14D8-F1D6-0376-89A2338F566C}"/>
              </a:ext>
            </a:extLst>
          </p:cNvPr>
          <p:cNvSpPr txBox="1"/>
          <p:nvPr/>
        </p:nvSpPr>
        <p:spPr>
          <a:xfrm>
            <a:off x="8345187" y="3685849"/>
            <a:ext cx="1871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Workflows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Use Agents</a:t>
            </a:r>
          </a:p>
          <a:p>
            <a:pPr marL="742950" lvl="1" indent="-285750">
              <a:buFontTx/>
              <a:buChar char="-"/>
            </a:pPr>
            <a:r>
              <a:rPr lang="en-US" sz="1200" dirty="0"/>
              <a:t>Time Triggers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960CDA-FBB6-1EF8-9DE0-A3C2A86DC314}"/>
              </a:ext>
            </a:extLst>
          </p:cNvPr>
          <p:cNvSpPr txBox="1"/>
          <p:nvPr/>
        </p:nvSpPr>
        <p:spPr>
          <a:xfrm rot="20255943">
            <a:off x="8162666" y="2591372"/>
            <a:ext cx="1022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May 28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63C99D9-F8FA-9BCD-F3DD-39F357291BA0}"/>
              </a:ext>
            </a:extLst>
          </p:cNvPr>
          <p:cNvSpPr/>
          <p:nvPr/>
        </p:nvSpPr>
        <p:spPr>
          <a:xfrm>
            <a:off x="10283321" y="3163026"/>
            <a:ext cx="252549" cy="2525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BAF9DF-72BA-9C65-AB93-B9EF061A7C11}"/>
              </a:ext>
            </a:extLst>
          </p:cNvPr>
          <p:cNvSpPr/>
          <p:nvPr/>
        </p:nvSpPr>
        <p:spPr>
          <a:xfrm>
            <a:off x="10382382" y="3289298"/>
            <a:ext cx="45719" cy="2997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B8D4BC-1FAF-6C2E-F5BD-49FBB682D983}"/>
              </a:ext>
            </a:extLst>
          </p:cNvPr>
          <p:cNvSpPr txBox="1"/>
          <p:nvPr/>
        </p:nvSpPr>
        <p:spPr>
          <a:xfrm>
            <a:off x="10428100" y="5624698"/>
            <a:ext cx="123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200" dirty="0"/>
              <a:t>Group Chat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F7E869-E4DB-8917-3BC7-ED375AD73F94}"/>
              </a:ext>
            </a:extLst>
          </p:cNvPr>
          <p:cNvSpPr txBox="1"/>
          <p:nvPr/>
        </p:nvSpPr>
        <p:spPr>
          <a:xfrm rot="20255943">
            <a:off x="10245579" y="2606665"/>
            <a:ext cx="1022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June 11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4DDBDD48-F7A7-A85A-B848-773EFB69D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201" y="89160"/>
            <a:ext cx="2965598" cy="1479526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EBBEAA6-63E9-6A86-4E5A-26A1ED8D3459}"/>
              </a:ext>
            </a:extLst>
          </p:cNvPr>
          <p:cNvSpPr txBox="1"/>
          <p:nvPr/>
        </p:nvSpPr>
        <p:spPr>
          <a:xfrm>
            <a:off x="4473432" y="1553859"/>
            <a:ext cx="3245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Release Schedule – Updated April 3</a:t>
            </a:r>
            <a:r>
              <a:rPr lang="en-US" sz="1200" baseline="30000" dirty="0"/>
              <a:t>rd</a:t>
            </a:r>
            <a:r>
              <a:rPr lang="en-US" sz="1200" dirty="0"/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1650732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896</TotalTime>
  <Words>111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Lizer</dc:creator>
  <cp:lastModifiedBy>Paul Lizer</cp:lastModifiedBy>
  <cp:revision>5</cp:revision>
  <dcterms:created xsi:type="dcterms:W3CDTF">2026-03-26T18:03:48Z</dcterms:created>
  <dcterms:modified xsi:type="dcterms:W3CDTF">2026-04-08T00:43:41Z</dcterms:modified>
</cp:coreProperties>
</file>